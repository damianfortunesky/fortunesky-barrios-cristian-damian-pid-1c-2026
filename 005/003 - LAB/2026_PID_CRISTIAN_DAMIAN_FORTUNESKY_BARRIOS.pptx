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1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 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y Restauración de Imágenes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50292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De Vivo  |  Cristian D. Fortunesky Barrios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Cátedra: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IFTS N°24  ·  1C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794760"/>
            <a:ext cx="2560320" cy="914400"/>
          </a:xfrm>
          <a:prstGeom prst="round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3794760"/>
            <a:ext cx="2560320" cy="914400"/>
          </a:xfrm>
          <a:prstGeom prst="roundRect">
            <a:avLst/>
          </a:prstGeom>
          <a:solidFill>
            <a:srgbClr val="F4A261">
              <a:alpha val="20000"/>
            </a:srgbClr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29184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Color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794760"/>
            <a:ext cx="2560320" cy="914400"/>
          </a:xfrm>
          <a:prstGeom prst="roundRect">
            <a:avLst/>
          </a:prstGeom>
          <a:solidFill>
            <a:srgbClr val="2EC4B6">
              <a:alpha val="20000"/>
            </a:srgbClr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21792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Gráfico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Blanco/Negro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Trabajo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el problema visual principal de cada imagen antes de intervenir.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0253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tres pipelines de mejora: uno por tipo de imagen (cámara oscura, color, B/N).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al menos dos estrategias por caso con evidencia visual y justificación técnica.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3989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5720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703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una versión final argumentada y señalar los límites del método.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rector: un pipeline breve y coherente vale más que una cadena larga sin argumento.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 ·  Imagen de Cámara Oscura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005840"/>
            <a:ext cx="283464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45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detectados
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2194560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594360" y="21762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extremadamente oscura (brillo ≈ 5-10/255)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670048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59436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contraste: la señal útil está en una isla pequeña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3145536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594360" y="31272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de sensor visible en las sombras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3621024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594360" y="36027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fondo negro no informativo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5760" y="4096512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594360" y="40782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levemente inclinado, dificulta lectura visual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5760" y="4709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recuperar la zona iluminada y mejorar contraste local sin amplificar ruido.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 ·  Pipeline de Mejora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94360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078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región útil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percentil en canal V (HSV) para aislar la isla de mayor intensidad. Elimina el fondo negro que domina las estadísticas de intensidad.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594360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800600" y="91440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078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de alineación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del ángulo principal con minAreaRect y transformación afín. Normaliza la orientación para facilitar comparación visual.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94360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999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Suavizado mediana (k=3)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ruido impulsivo preservando bordes mejor que el promedio gaussiano, crítico en condiciones de baja iluminación.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800600" y="2834640"/>
            <a:ext cx="594360" cy="1737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800600" y="2834640"/>
            <a:ext cx="594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2999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en canal L (LAB)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Ecualización adaptativa por bloques. clipLimit=2.2 limita la sobre-amplificación del ruido mientras aumenta contraste local.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 ·  Comparación de Estrategias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A  (descartada)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+ CLAHE en LAB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preserva bordes en baja luz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en L (LAB) actúa solo sobre luminosidad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clipLimit modera amplificación de ruido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mayor nitidez sin saturación cromática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B  (elegida)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+ Gamma + CLAHE en YCrCb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bilateral más lento y con parámetros adicionales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introduce brillo artificial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Y (YCrCb) similar a L pero menos preciso perceptualmente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imagen más lavada, menor contraste textural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información perdida por subexposición extrema no puede recuperarse; solo se mejora su perceptibilidad.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Cámara Oscura — Resultado del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402336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subexposición extrema, objeto invisible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4340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DESPUÉS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417320"/>
            <a:ext cx="4023360" cy="3383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recorte + bilateral + gamma + CLAHE en YCrCb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 ·  Imagen de Medio Gráfico Color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1051560"/>
            <a:ext cx="31089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783080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594360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 de color cálida (luz ambiente amarillenta)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258568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594360" y="2240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y azul/violeta aparecen desaturados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734056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594360" y="27157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contraste general por iluminación indirecta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3209544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594360" y="31912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Rayaduras blancas localizadas sobre el fondo negro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3685032"/>
            <a:ext cx="109728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594360" y="36667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frontal: sin deformación geométrica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elegida: tapa de El Eternauta (Oesterheld/Solano López). Colores saturados de referencia permiten evaluar la corrección.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 ·  Comparación de Estrategias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1  (descartada)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espacio HSV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 × 1.4: sube saturación de todos los colores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V × 1.1: leve aumento de brillo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26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tono H no se modifica → dominante cálida persiste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570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más vivos pero con sesgo amarillento sin corregir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2  (elegida)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en espacio LAB + CLAHE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sobre L: mejora contraste sin afectar el color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4963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B − 8: reduce exceso de amarillo de la dominante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02666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L, A, B actúan por separado → corrección precisa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570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y azul quedan equilibrados entre sí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Límite: las rayaduras localizadas requieren inpainting específico, fuera del alcance del pipeline de corrección global.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Medio Gráfico Color — Resultado del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402336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dominante cálida, colores desaturados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4340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DESPUÉS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417320"/>
            <a:ext cx="4023360" cy="3383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CLAHE en L + corrección canal B (LAB)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 ·  Imagen de Medio Gráfico Blanco/Negro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1051560"/>
            <a:ext cx="329184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88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783080"/>
            <a:ext cx="109728" cy="3200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4"/>
          <p:cNvSpPr/>
          <p:nvPr/>
        </p:nvSpPr>
        <p:spPr>
          <a:xfrm>
            <a:off x="594360" y="17647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desigual: zona izquierda más oscura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258568"/>
            <a:ext cx="109728" cy="3200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594360" y="22402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gris (papel de diario, no blanco puro)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734056"/>
            <a:ext cx="109728" cy="3200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594360" y="27157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 cálida por luz ambiente artificial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3209544"/>
            <a:ext cx="109728" cy="3200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594360" y="31912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distintos tamaños mezclado con fotos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3685032"/>
            <a:ext cx="109728" cy="32004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594360" y="36667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global fallará: valor de fondo varía en x,y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elegida: página de diario Perfil (11/01/2026). La variación de luz natural a lo largo de la hoja exige umbralización adaptativa.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 ·  Comparación de Estrategias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1  (descartada)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 (5×5) + Otsu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umbral para toda la imagen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597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dominado por píxeles oscuros → umbral bajo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535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iluminada: texto aceptable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472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oscura: ruido clasificado como texto blanco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9410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maneja la variación de iluminación espacial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Estrategia 2  (elegida)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medianBlur + adaptiveThreshold + Morfología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(k=3): robusta ante ruido puntual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4597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blockSize=61: ventana grande para luz gradual y amplia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9535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C=10: compensa fondo gris del papel de diario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4472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morfológica: elimina puntos espurios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94106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morfológico: une interrupciones en letras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· Medio Gráfico B/N — Resultado del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402336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iluminación desigual, fondo gris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4340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4B6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DESPUÉS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417320"/>
            <a:ext cx="4023360" cy="3383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846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medianBlur + adaptiveThreshold + morfología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Transversal de los Tres Casos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574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205740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260604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Cámara Oscura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2057400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Medio Color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914400"/>
            <a:ext cx="2057400" cy="45720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90372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Medio B/N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8229600" cy="6217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02920" y="14173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principal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4173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Subexposición + ruido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 cálida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4173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desigual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2296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502920" y="20756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clave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20756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+ Gamma + YCrCb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0756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en LAB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20756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adaptiveThreshold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34056"/>
            <a:ext cx="8229600" cy="6217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502920" y="27340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descartada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27340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+ CLAHE en LAB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7340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 HSV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73405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global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92424"/>
            <a:ext cx="822960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0292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en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604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33924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050792"/>
            <a:ext cx="8229600" cy="6217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50292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del método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0604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perdida por subexposición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Rayaduras sin inpainting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40507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binarizadas con pérdida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Límites del Método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pipelines resuelven problemas reales con secuencias acotadas (2–4 operaciones), priorizando criterio sobre acumulación de técnicas.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 se comparan dos estrategias con evidencia visual, y la elección se justifica con base en el problema diagnosticado.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688336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67004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LAB demostró ser más preciso que HSV para corrección de color porque separa luminosidad y crominancia de forma independiente.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6576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41985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adaptiveThreshold superó a Otsu en B/N porque el umbral global no puede responder a la variación espacial de la iluminación.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1879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6576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16966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compartido: ningún pipeline puede recuperar información que no fue capturada. Solo se mejora la perceptibilidad de lo que existe.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457200" y="1364566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De Vivo  ·  Cristian D. Fortunesky Barrios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</a:t>
            </a:r>
            <a:r>
              <a:rPr lang="en-US" sz="1500" i="1" dirty="0" err="1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r>
              <a:rPr lang="en-US" sz="15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r>
              <a:rPr lang="en-US" sz="1500" i="1" dirty="0">
                <a:solidFill>
                  <a:srgbClr val="8D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IFTS N°24  · 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1133</Words>
  <Application>Microsoft Office PowerPoint</Application>
  <PresentationFormat>On-screen Show (16:9)</PresentationFormat>
  <Paragraphs>172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TFI 1 – Mejora y Restauración de Imágenes</dc:title>
  <dc:subject>PptxGenJS Presentation</dc:subject>
  <dc:creator>Matias De Vivo &amp; Cristian Fortunesky Barrios</dc:creator>
  <cp:lastModifiedBy>matias de vivo reynot</cp:lastModifiedBy>
  <cp:revision>2</cp:revision>
  <dcterms:created xsi:type="dcterms:W3CDTF">2026-04-29T21:20:57Z</dcterms:created>
  <dcterms:modified xsi:type="dcterms:W3CDTF">2026-04-29T22:54:44Z</dcterms:modified>
</cp:coreProperties>
</file>